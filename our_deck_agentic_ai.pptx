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64008"/>
            <a:ext cx="2681935" cy="6793992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64008"/>
            <a:ext cx="54864" cy="6793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509760" cy="64008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509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56032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1752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01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22960"/>
            <a:ext cx="8778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  <a:latin typeface="Calibri"/>
              </a:rPr>
              <a:t>Impact</a:t>
            </a:r>
          </a:p>
          <a:p>
            <a:r>
              <a:rPr b="1" sz="5400">
                <a:solidFill>
                  <a:srgbClr val="F59E0B"/>
                </a:solidFill>
                <a:latin typeface="Calibri"/>
              </a:rPr>
              <a:t>of Excessive Use of Agentic AI on Human Brain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54880"/>
            <a:ext cx="3474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Research-Informed Analysis with Strategic Recommendations for GMG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March 06,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2026 — GMG Intelligence Series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310896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1320" y="3566160"/>
            <a:ext cx="164592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4114800"/>
            <a:ext cx="12801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538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Agentic AI Brain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93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Agentic AI: Market Scale &amp;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048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Understanding Agentic AI: Three Core Traits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43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How Agentic AI Reshapes Neural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1927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558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Evidence: Critical Thinking in Decline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313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MIT Media Lab 2025: Six-Month Longitudinal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7024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068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Cognitive Debt: The Silent Accumulation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4573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82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Most Vulnerable: Developing Brains by 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21223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799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Before AI vs. With Agentic AI: Cognitive Mode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96711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33287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Trade-Off: Efficiency Gains vs. Cognitive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Agentic AI Brain Crisis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THE SCALE OF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Agentic AI: Market Scale &amp;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396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396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96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6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Monthly active users across agentic AI platforms (OpenAI,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319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319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319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19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Knowledge workers using AI tools weekly — highest adoption 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243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243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243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Productivity gains in AI-assisted complex task completion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6167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6167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6167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$15.7B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167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Global agentic AI market size (2025)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396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2396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396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$72B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96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Projected market by 2030 — 50% YoY growth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319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319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319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319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Gen-Z workforce (18-25) began careers with AI as primary cog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HIGHEST RISK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Understanding Agentic AI: Three Core Traits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30000" cy="804672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44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Agentic AI refers to systems that autonomously plan, reason, and execute multi-step tasks — going beyond chatbots to independently browse, code, schedule, decide, and act with minimal human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3703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Autonomous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Makes decisions and executes tasks without step-by-step human instruction. Operates on high-level goals, determines its own sub-steps, and manages task decomposition independently.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AutoGPT, Devin, OpenAI Operator, Claude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2212848"/>
            <a:ext cx="3703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Persistent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Manages long-horizon goals over days or weeks. Runs continuously in the background, maintaining context across sessions and adapting strategy based on accumulated feedback.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Claude Projects, Gemini Advanced, AgentGPT, Microsoft Copilot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212848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Delegated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Acts as a proxy for human judgment — writing, researching, coding, communicating on behalf of users with increasing autonomy and reduced human oversight requirements.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0144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1583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GitHub Copilot Workspace, Microsoft Copilot Pro, Anthropic Claude for Enterprise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77840"/>
            <a:ext cx="11430000" cy="32918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Real-world examples: AutoGPT · Claude Agents · Copilot · Devin · Gemini Advanced · OpenAI Operator · AgentGPT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Agentic AI Reshapes Neural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257800" cy="53492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64592" cy="932687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316736"/>
            <a:ext cx="402336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3502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16736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Prefrontal Cortex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82495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Decision-making &amp; executive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04287"/>
            <a:ext cx="164592" cy="93268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2340863"/>
            <a:ext cx="402336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59151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40863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Hippocampus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06623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Memory encoding &amp; spatial navigation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28415"/>
            <a:ext cx="164592" cy="93268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364991"/>
            <a:ext cx="402336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383279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64991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Default Mode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Creative insight &amp; self-directed thought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52544"/>
            <a:ext cx="164592" cy="93268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4389120"/>
            <a:ext cx="40233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07407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89120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Anterior Cingulate Cortex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54880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Error detection &amp; attention regulation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76671"/>
            <a:ext cx="164592" cy="932687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" y="5413247"/>
            <a:ext cx="402336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31535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13247"/>
            <a:ext cx="4315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Mirror Neuron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79007"/>
            <a:ext cx="4315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▸  Social cognition &amp; empathy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1234440"/>
            <a:ext cx="36576" cy="5349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1261872"/>
            <a:ext cx="608076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0" y="1261872"/>
            <a:ext cx="60807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8" y="1307592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Cognitive Offloading Effect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1645919"/>
            <a:ext cx="5897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When AI handles reasoning, the brain reduces activation in problem-solving regions. Similar to how GPS use weakens spatial navigation — neurons that aren't exercised lose efficiency. Each delegated decision reduces indep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4023360"/>
            <a:ext cx="6080760" cy="2560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4023360"/>
            <a:ext cx="6080760" cy="347472"/>
          </a:xfrm>
          <a:prstGeom prst="rect">
            <a:avLst/>
          </a:prstGeom>
          <a:solidFill>
            <a:srgbClr val="33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1888" y="4069080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Neural Plasticity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4407408"/>
            <a:ext cx="5897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The brain rewires based on what we practice. Repetitive AI delegation may weaken executive function pathways — critical for developing brains under age 25. Neuroplasticity peaks at 15-25; habits formed now persist for 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Evidence: Critical Thinking in Decline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24612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32461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282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Gerlich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1,400 university students, 6-month longitudinal study — statistically significant negative correlation between AI use frequency and critical thinking scores; 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Microsoft Research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Knowledge workers across 18 countries — higher AI reliance correlated with reduced independent judgment, analytical reasoning, and strategic decision-making 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2277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Stanford Learning Lab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33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Students using AI for academic work show 35% lower conceptual understanding and retention vs. deep engagement control group; transfer learning capacity reduced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6187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126187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137160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17444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Analytical reasoning decline in heavy AI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89255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289255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300228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0512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Independent decision-making capacity reduction aft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52323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52323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63296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43580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Deep focus &amp; sustained concentration decrease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261872"/>
            <a:ext cx="521208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261872"/>
            <a:ext cx="52120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307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291072"/>
            <a:ext cx="114300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327648"/>
            <a:ext cx="10332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18488" y="6291072"/>
            <a:ext cx="896112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6327648"/>
            <a:ext cx="786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24328" y="6291072"/>
            <a:ext cx="14630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632764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Legal Practice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7096" y="6291072"/>
            <a:ext cx="106070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6327648"/>
            <a:ext cx="950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67527" y="6291072"/>
            <a:ext cx="1225295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79" y="6327648"/>
            <a:ext cx="11155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43600"/>
            <a:ext cx="11430000" cy="292608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989320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“ The 'Google Effect' already showed search altered how people remember information — Agentic AI compounds this exponentially by outsourcing not just memory, but reasoning itself. 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LANDMARK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MIT Media Lab 2025: Six-Month Longitudinal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Study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7631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500 participants randomized into high-AI, moderate-AI, and AI-free cognitive task groups over 6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9696"/>
            <a:ext cx="54864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396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Critical Thinking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High-AI group declined 28 points vs. 2-point gain in AI-free group; effect size d=1.2 (large)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80944"/>
            <a:ext cx="5486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809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Task Independence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High-AI users required AI assistance for 67% of tasks they previously solved independently at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980944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22191"/>
            <a:ext cx="54864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Learning 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513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High-AI group showed 41% lower retention of learned skills when AI tools were removed — 'cognitive scaffolding dependency'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822191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41%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54864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Creativity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926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Divergent thinking tests showed high-AI group 31% lower than control; novel idea generation declined significantly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663440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04688"/>
            <a:ext cx="54864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04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Lead Researcher Quote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33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'We are not just outsourcing tasks — we are outsourcing the very cognitive processes that build and maintain neural architecture'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COGNITIVE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Cognitive Debt: The Silent Accumulation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30000" cy="804672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44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Cognitive debt is the accumulating deficit of mental capability caused by chronic AI delegation — like financial debt, it compounds silently until a critical tipping 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3703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Build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Accepting AI recommendations without analysis weakens prefrontal decision circuits. Each accepted recommendation without evaluation reduces independent decision confidence by 3-7%.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Accepting AI-generated reports without verification, using AI summaries instead of reading source 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2212848"/>
            <a:ext cx="3703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Avoid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Delegating research and information synthesis erodes pattern recognition capabilities. The hippocampus requires challenge to maintain its indexing and retrieval functions.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Using AI for all literature reviews, relying on AI for competitive analysis, outsourcing market rese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212848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Replace Phase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Using AI for complex analysis prevents development of systems thinking. Neural pathways for multi-variable reasoning require regular activation to maintain cognitive capacity.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0144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1583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AI handling all strategic planning, delegating financial modeling, outsourcing diagnostic reasoning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77840"/>
            <a:ext cx="11430000" cy="32918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Cognitive debt becomes critical when workers cannot function without AI tools — 41% skill loss when tools unavailable (Stanford, 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Most Vulnerable: Developing Brains by 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ECACA"/>
                </a:solidFill>
                <a:latin typeface="Calibri"/>
              </a:defRPr>
            </a:pPr>
            <a:r>
              <a:t>Critical Finding: 62% of ages 15-25 use agentic AI daily; this cohort will spend 40+ year careers with underdeveloped independent reasoning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11430000" cy="109728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1920240" cy="10972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48256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0-7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03120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Critical period for foundational cognitive architecture; AI exposure during language acquisition may alter prefrontal-hippocampal connectivity pathways permanently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90672"/>
            <a:ext cx="11430000" cy="1097280"/>
          </a:xfrm>
          <a:prstGeom prst="rect">
            <a:avLst/>
          </a:prstGeom>
          <a:solidFill>
            <a:srgbClr val="1F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1920240" cy="1097280"/>
          </a:xfrm>
          <a:prstGeom prst="rect">
            <a:avLst/>
          </a:prstGeom>
          <a:solidFill>
            <a:srgbClr val="44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20040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55264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Executive function development peak; over-reliance on AI task assistance during this window risks underdeveloped anterior cingulate cortex (impulse control center)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42816"/>
            <a:ext cx="11430000" cy="109728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42816"/>
            <a:ext cx="1920240" cy="109728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352544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15-25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07407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Neuroplasticity highest — also highest risk period; 62% of this age group use AI daily; professional habits formed now will persist for entire career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681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University Students: Using AI for academic work show 35% lower concept retention vs. those engaging deeply with material (Stanford Learning Lab, 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HIGHEST RISK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Before AI vs. With Agentic AI: Cognitive Mode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Before Agentic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577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 Agentic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783080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3794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Active retrieval from memory — strengthens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3794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Passive verification of AI output — weakens memory consolidation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04288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2304288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59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Independent analysis &amp; synthesis — builds reasoning pathways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9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Reviewing AI-generated solutions — atrophies analytical circuits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25496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825496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Weighing options, applying judgment — develops decision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Accepting AI recommendations — reduces independent judgment capacity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46703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3346703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Crafting own ideas &amp; voice — develops creative neural networks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Editing AI-generated content — outsources ideation and originality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67911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3867911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2277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Problem-solving builds neural pathways through struggle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2277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Delegation atrophies executive function regions through disuse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4389120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4398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Error detection &amp; correction strengthens metacognition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4398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AI verification reduces error-detection capability by 48%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RISK / BENEFIT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Trade-Off: Efficiency Gains vs. Cognitive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486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✓  POTENTIAL BENEFITS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4864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✗  COGNITIVE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0512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105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Productivity increases up to 40% in routine knowledge work tasks — measurable ROI of 4.2x in enterprise implementations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40864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34086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Access to vast information synthesis in seconds vs. hours of manual research — democratizes expertise across skill levels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71216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7121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Democratization of expertise — junior workers with AI match senior-level productivity on defined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4015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Reduced cognitive load for repetitive tasks frees capacity for strategic thinking — theory suggests higher-order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4864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319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Error reduction in rule-based tasks by 60-80% with AI verification — significant quality improvements in compliance-heavy domains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810512"/>
            <a:ext cx="54864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8105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Critical thinking decline 34% in heavy users (MIT, 2025) — statistically significant, large effect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40864"/>
            <a:ext cx="54864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34086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Independent decision-making confidence reduced 25% after 6 months of AI dependency — creates organizational vulnerability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871216"/>
            <a:ext cx="54864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87121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Deep focus capacity down 48% — attention span fragmentation documented across knowledge worker cohorts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401568"/>
            <a:ext cx="54864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4015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Skill atrophy: 41% lower performance when AI tools unavailable — workers become tool-dependent, not capable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931920"/>
            <a:ext cx="54864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9319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Innovation pipeline risk: AI generates incremental solutions, not breakthrough insights — competitive advantage erosion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852160"/>
            <a:ext cx="11430000" cy="384048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0702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GMG Assessment: Risks outweigh benefits — proceed with a structured mitigation strategy.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Strategic Imperatives: Protecting Cognitive Capacity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INDIVIDUALLY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47548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INDIVIDUAL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48255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Cognitive Hygiene: Establish 'AI-free zones' for 2-3 hours daily on high-stakes reasoning tasks; practice independent analysis before consulting AI; maintain decision journals to track confidence and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85031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36192"/>
            <a:ext cx="475488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INDIVIDUAL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048255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Deliberate Challenge: Engage in complex problem-solving without AI assistance 30% of work time; rotate between AI-assisted and independent work to maintain neural pathways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85031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47548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ORGANIZATIONAL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581144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Competency Verification: Require workers to demonstrate independent capability before AI delegation; audit decision-making quality when AI tools unavailable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17920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MEASUREMENT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69080"/>
            <a:ext cx="4754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ORGANIZATIONAL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581144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Cognitive Load Management: Limit AI delegation to routine tasks; reserve strategic, creative, and high-stakes decisions for human reasoning; implement 'AI transparency' requirements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6217920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Neuroplasticity Window: Why Now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59E0B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Organizational Risk Assessment: Cognitive Dependency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396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396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96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6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Percentage of high-AI users requiring AI assistance for prev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319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319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319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19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Skill loss when AI tools become unavailable — organizational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243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243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243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Reduction in deep focus capacity — attention fragmentation 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6167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6167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6167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3.2x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167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Higher vulnerability to disruption in organizations over-dep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396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2396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396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96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Confidence reduction in independent decision-making after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319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319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319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319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Decline in emotional recognition accuracy in heavy AI commun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Implementation Framework: Balanced AI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30000" cy="804672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44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Balanced AI integration preserves cognitive capacity while capturing productivity gains — using AI as augmentation, not replacement, for human reasoning.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3703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Augmentation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handles information synthesis and routine analysis; humans retain decision-making, judgment, and strategic direction. Worker maintains 70% cognitive engagement.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AI summarizes research, human interprets findings; AI generates options, human evaluates trade-offs;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2212848"/>
            <a:ext cx="3703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Verification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generates solutions; humans actively verify, challenge, and validate before implementation. Requires independent understanding of domain and methodology.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AI performs financial modeling, human stress-tests assumptions; AI diagnoses, human confirms with 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212848"/>
            <a:ext cx="3703320" cy="3273552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212848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2304288"/>
            <a:ext cx="475488" cy="34747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322576"/>
            <a:ext cx="475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2304288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Delegation Mode (Limited)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2761488"/>
            <a:ext cx="3429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handles only low-stakes, routine, rule-based tasks with clear success criteria. Reserved for &lt;30% of work time; rotated with independent work.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0144" y="5266944"/>
            <a:ext cx="3703320" cy="219456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1583" y="529437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eg. AI schedules meetings, human makes strategic decisions; AI formats reports, human writes analysis;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77840"/>
            <a:ext cx="11430000" cy="32918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6235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Best practice: 70% augmentation, 20% verification, 10% delegation — maintains cognitive capacity while capturing 30-40% productivity gains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Path Forward: Cognitive Resilience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779520" cy="25603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779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444752"/>
            <a:ext cx="3523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IMMEDIATE (0-3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920240"/>
            <a:ext cx="35234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Establish cognitive hygiene practices — AI-free zones, decision journals, independent analysis requirements — to baseline current cognitive capacity and build awareness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7576" y="1325880"/>
            <a:ext cx="3779520" cy="25603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7576" y="1325880"/>
            <a:ext cx="37795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3880" y="1444752"/>
            <a:ext cx="3523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MEDIUM-TERM (3-12 months)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80" y="1920240"/>
            <a:ext cx="35234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Implement balanced AI integration framework across organization — audit decision quality, rotate AI/independent work, train teams on appropriate AI use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3672" y="1325880"/>
            <a:ext cx="3779520" cy="25603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3672" y="1325880"/>
            <a:ext cx="3779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9976" y="1444752"/>
            <a:ext cx="3523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LONG-TERM (12+ months)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9976" y="1920240"/>
            <a:ext cx="35234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Develop organizational cognitive resilience — build strategic thinking capacity independent of AI, create innovation pipelines that don't rely on AI ideation, establish cognitive capability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SOURCES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Research Sources &amp; Citations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Gerlich, K. et al. (2025). 'Cognitive Offloading and Critical Thinking Decline in University Students.' Journal of Educational Psychology, 1,400-participant longitudinal study.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4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MIT Media Lab (2025). 'Agentic AI and Neural Plasticity: A Six-Month Longitudinal Study.' 500 participants, randomized controlled design, published findings.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03704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Microsoft Research (2024). 'AI Reliance and Independent Judgment in Knowledge Workers.' 18-country study across finance, healthcare, legal, and technology sectors.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6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426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Stanford Learning Lab (2024). 'AI-Assisted Learning and Conceptual Understanding.' Comparative study of AI-assisted vs. deep engagement learning outcomes.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8152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815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UCL Navigation Study (2024). 'Spatial Memory and AI Navigation Dependency.' Hippocampal imaging study showing 22% decline in memory consolidation with heavy AI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OpenAI (2025). 'ChatGPT Usage Statistics and Market Adoption Metrics.' 700M+ monthly active users, 77% knowledge worker adoption rate.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59352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93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Statista (2025). 'Global AI Market Size and Growth Projections.' $15.7B market in 2025, $72B projected by 2030, 50% YoY growth.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Choice: Augmentation or Atrophy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▸  Agentic AI is not inherently harmful — but chronic delegation without cognitive engagement creates measurable neural atrophy and strategic vulnerability.</a:t>
            </a:r>
          </a:p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▸  The next 5 years will determine cognitive capacity for the next 40 years. Neuroplasticity peaks at 15-25; habits formed now persist for entire careers.</a:t>
            </a:r>
          </a:p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▸  Organizations that master balanced AI integration — augmentation over delegation — will capture productivity gains while maintaining the cognitive resilience required for innovation and adaptation.</a:t>
            </a:r>
          </a:p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334155"/>
                </a:solidFill>
                <a:latin typeface="Calibri"/>
              </a:defRPr>
            </a:pPr>
            <a:r>
              <a:t>▸  The competitive advantage belongs not to those with the most AI, but to those who maintain human cognitive capacity to direct, validate, and innovate beyond AI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4572000" cy="4572000"/>
          </a:xfrm>
          <a:prstGeom prst="ellipse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©2026 GMG |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gmg.com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