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64008"/>
            <a:ext cx="2681935" cy="6793992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64008"/>
            <a:ext cx="54864" cy="6793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509760" cy="64008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509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56032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1752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01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22960"/>
            <a:ext cx="8778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  <a:latin typeface="Calibri"/>
              </a:rPr>
              <a:t>Impact</a:t>
            </a:r>
          </a:p>
          <a:p>
            <a:r>
              <a:rPr b="1" sz="5400">
                <a:solidFill>
                  <a:srgbClr val="F59E0B"/>
                </a:solidFill>
                <a:latin typeface="Calibri"/>
              </a:rPr>
              <a:t>of Excessive Use of Agentic AI on Human Brain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54880"/>
            <a:ext cx="3474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Research-Informed Analysis with Strategic Recommendations for GMG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March 06,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2026 — GMG Intelligence Series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310896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1320" y="3566160"/>
            <a:ext cx="164592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4114800"/>
            <a:ext cx="12801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538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Executive Summary: The Agentic AI Brain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93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Understanding the Technology: Three Core Traits of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048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43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Agentic AI Global Market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1927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558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313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MIT Media Lab Study 2025 — Key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7024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068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Hidden Cost: Cognitive Debt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4573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82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Evidence: Critical Thinking in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21223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799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Most Vulnerable: Developing Brains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96711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33287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Trade-Off: Efficiency vs 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Executive Summary: The Agentic AI Brain Crisis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4472" y="1298448"/>
            <a:ext cx="3494952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4472" y="1298448"/>
            <a:ext cx="3494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472" y="1417320"/>
            <a:ext cx="3494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700M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72" y="2514600"/>
            <a:ext cx="349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Agentic AI is transforming productivity at unprecedented sca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8371" y="1298448"/>
            <a:ext cx="3494952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8371" y="1298448"/>
            <a:ext cx="3494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8371" y="1417320"/>
            <a:ext cx="3494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8371" y="2514600"/>
            <a:ext cx="349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77% workforce adoption, $15.7B market in 2025 growing 50% 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269" y="1298448"/>
            <a:ext cx="3494952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269" y="1298448"/>
            <a:ext cx="3494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269" y="1417320"/>
            <a:ext cx="3494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269" y="2514600"/>
            <a:ext cx="349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heavy AI users show 34% decline in analytical reasoning, 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HIGHEST RISK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Understanding the Technology: Three Core Traits of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30000" cy="804672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44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Three defining traits: Autonomous · Persistent · Delegated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3703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Autonomous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Makes decisions and executes tasks without step-by-step human instruction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browses, codes, schedules, decides on behalf of users with minimal supervision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2212848"/>
            <a:ext cx="3703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Persistent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Manages long-horizon goals over days or weeks, running continuously in the background and maintaining context across sessions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144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2212848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Delegated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Acts as a proxy for human judgment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0144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3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writing, researching, coding, communicating autonomously with increasing indepen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77840"/>
            <a:ext cx="11430000" cy="32918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AutoGPT, Claude Agents, Copilot, Devin, Gemini Advanced, OpenAI Operator, AgentGPT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257800" cy="5349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64592" cy="932687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316736"/>
            <a:ext cx="402336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3502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16736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Prefrontal Cortex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82495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Reduced activation during AI-assisted decision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04287"/>
            <a:ext cx="164592" cy="93268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2340863"/>
            <a:ext cx="402336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59151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40863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Hippocampus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06623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Episodic and spatial memory consolidation declines 22% with heavy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28415"/>
            <a:ext cx="164592" cy="93268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364991"/>
            <a:ext cx="402336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383279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64991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Default Mode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Suppressed during extended AI interaction, reducing the mind-wand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52544"/>
            <a:ext cx="164592" cy="93268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4389120"/>
            <a:ext cx="40233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07407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89120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Anterior Cingulate Cortex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54880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Cognitive effort monitoring reduced when AI handles task routing,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76671"/>
            <a:ext cx="164592" cy="93268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" y="5413247"/>
            <a:ext cx="402336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31535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13247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Mirror Neuron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79007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Social cognition and empathy pathways show 18% reduced activation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1234440"/>
            <a:ext cx="36576" cy="5349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1261872"/>
            <a:ext cx="608076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0" y="1261872"/>
            <a:ext cx="60807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8" y="1307592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Cognitive Offloading Effect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1645919"/>
            <a:ext cx="5897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When AI handles cognitive tasks, activation in executive function regions decreases measurably — reducing neural engagement critical for skill maintenance.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4023360"/>
            <a:ext cx="608076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4023360"/>
            <a:ext cx="6080760" cy="347472"/>
          </a:xfrm>
          <a:prstGeom prst="rect">
            <a:avLst/>
          </a:prstGeom>
          <a:solidFill>
            <a:srgbClr val="33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1888" y="406908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Neural Plasticity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4407408"/>
            <a:ext cx="5897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Sustained under-stimulation across multiple regions creates compound cognitive risk — impact amplifies beyond any single region's contribution.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THE SCALE OF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Agentic AI Global Market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396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396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96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6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700M+ monthly active users across major agentic AI platforms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319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319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319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19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77% of knowledge workers use AI tools weekly — highest adopt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243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243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243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4x productivity gains reported in AI-assisted complex task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6167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6167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6167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167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30% of workers aged 18-25 began careers with AI as primary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396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2396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396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$15.7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96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$15.7 billion global agentic AI market in 2025, projected $7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319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319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319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319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50% year-over-year market growth outpacing all prior technol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8243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8243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243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4.2x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4.2x ROI reported by enterprises implementing full agentic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257800" cy="5349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64592" cy="932687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316736"/>
            <a:ext cx="402336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3502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16736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Prefrontal Cortex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82495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Reduced activation during AI-assisted decision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04287"/>
            <a:ext cx="164592" cy="93268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2340863"/>
            <a:ext cx="402336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59151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40863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Hippocampus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06623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Episodic and spatial memory consolidation declines 22% with heavy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28415"/>
            <a:ext cx="164592" cy="93268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364991"/>
            <a:ext cx="402336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383279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64991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Default Mode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Suppressed during extended AI interaction, reducing mind-wanderin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52544"/>
            <a:ext cx="164592" cy="93268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4389120"/>
            <a:ext cx="40233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07407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89120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Anterior Cingulate Cortex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54880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Cognitive effort monitoring reduced when AI handles task routing,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76671"/>
            <a:ext cx="164592" cy="93268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" y="5413247"/>
            <a:ext cx="402336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31535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13247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Mirror Neuron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79007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Social cognition and empathy pathways show reduced activation 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1234440"/>
            <a:ext cx="36576" cy="5349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1261872"/>
            <a:ext cx="608076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0" y="1261872"/>
            <a:ext cx="60807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8" y="1307592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Cognitive Offloading Effect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1645919"/>
            <a:ext cx="5897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When AI handles cognitive tasks, activation in executive function regions decreases measurably — reducing neural engagement critical for skill maintenance.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4023360"/>
            <a:ext cx="608076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4023360"/>
            <a:ext cx="6080760" cy="347472"/>
          </a:xfrm>
          <a:prstGeom prst="rect">
            <a:avLst/>
          </a:prstGeom>
          <a:solidFill>
            <a:srgbClr val="33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1888" y="406908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Neural Plasticity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4407408"/>
            <a:ext cx="5897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Sustained under-stimulation across multiple regions creates compound cognitive risk — impact amplifies beyond any single region's contribution.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LANDMARK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MIT Media Lab Study 2025 —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500 participants, 6-month longitudinal, randomized into high-AI, moderate-AI,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4206240" cy="3749039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STUDY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500 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6-month longitudinal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randomized into high-AI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0390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moderate-AI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7939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920240"/>
            <a:ext cx="2651760" cy="3657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Task Independence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59152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9184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Task independence: High-AI users required AI assistance for 67% of tasks they previously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920240"/>
            <a:ext cx="2651760" cy="3657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Learning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359152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41%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9184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Learning transfer: High-AI group showed 41% lower retention of learned skills when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1920240"/>
            <a:ext cx="2651760" cy="3657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Creativity Metrics (Divergent Thinking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359152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29184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Creativity metrics (divergent thinking tests): High-AI group 31% lower than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60720"/>
            <a:ext cx="11430000" cy="804672"/>
          </a:xfrm>
          <a:prstGeom prst="rect">
            <a:avLst/>
          </a:prstGeom>
          <a:solidFill>
            <a:srgbClr val="14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806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87044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 are not just outsourcing tasks — we are outsourcing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COGNITIVE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Hidden Cost: Cognitive Debt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30000" cy="1645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353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19072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BUILD: Accepting AI recommendations without analysis weakens prefrontal decision circuits;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548640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1272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AVOID: Delegating research and information synthesis erodes pattern recognition;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35808"/>
            <a:ext cx="5486400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31272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REPLACE: Using AI for complex analysis prevents development of systems thinking;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Evidence: Critical Thinking in Decline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24612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32461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282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Gerlich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1,400 university students — statistically significant negative correlation between AI use frequency and critical thinking scores; effect mediated by cognitive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Microsoft Research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Knowledge workers across 18 countries — higher AI reliance correlated with reduced independent judgment and analytical reasoning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2277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Stanford Learning Lab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33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Students using AI for academic work show 35% lower conceptual understanding and retention vs. deep engagement group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6187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126187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137160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17444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Analytical reasoning decline in heavy AI users (MI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89255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289255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300228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0512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Independent decision-making capacity reduction aft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52323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52323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63296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43580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Deep focus and sustained concentration decrease 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261872"/>
            <a:ext cx="521208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261872"/>
            <a:ext cx="52120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307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73736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177393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-34%: Analytical reasoning decline in heavy AI users (MIT Media Lab, 2025)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33172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236829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-41%: Independent decision-making capacity reduction after 6 months AI dependency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926079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296265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-28%: Deep focus and sustained concentration decrease in high-AI-use cohorts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520439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3557015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Domains most affected: Healthcare, Finance, Legal practice, Education, Engineering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291072"/>
            <a:ext cx="114300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327648"/>
            <a:ext cx="10332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18488" y="6291072"/>
            <a:ext cx="896112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640" y="6327648"/>
            <a:ext cx="786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4328" y="6291072"/>
            <a:ext cx="14630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632764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Legal practice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7096" y="6291072"/>
            <a:ext cx="106070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0248" y="6327648"/>
            <a:ext cx="950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67527" y="6291072"/>
            <a:ext cx="1225295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79" y="6327648"/>
            <a:ext cx="11155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Most Vulnerable: Developing Brains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ECACA"/>
                </a:solidFill>
                <a:latin typeface="Calibri"/>
              </a:defRPr>
            </a:pPr>
            <a:r>
              <a:t>Ages 0-7: Critical period for foundational cognitive architecture; AI exposure during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11430000" cy="109728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1920240" cy="10972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48256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0-7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03120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Critical period for foundational cognitive architecture; AI exposure during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90672"/>
            <a:ext cx="11430000" cy="1097280"/>
          </a:xfrm>
          <a:prstGeom prst="rect">
            <a:avLst/>
          </a:prstGeom>
          <a:solidFill>
            <a:srgbClr val="1F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1920240" cy="1097280"/>
          </a:xfrm>
          <a:prstGeom prst="rect">
            <a:avLst/>
          </a:prstGeom>
          <a:solidFill>
            <a:srgbClr val="44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20040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55264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Executive function development peak; over-reliance on AI task assistance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42816"/>
            <a:ext cx="11430000" cy="109728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42816"/>
            <a:ext cx="1920240" cy="109728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352544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15-25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07407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Neuroplasticity highest — also highest risk period; 62% of this age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681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University students using AI for academic work show 35% lower concept retention vs.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RISK / BENEFIT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Trade-Off: Efficiency vs 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577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783080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3794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Productivity increases up to 40% in routine knowledge work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3794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Critical thinking decline 34% in heavy users (MIT, 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04288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2304288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59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Access to vast information synthesis in seconds vs. hours of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9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Independent decision-making confidence reduced 25% after 6 months dependency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25496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825496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Democratization of expertise — junior workers with AI match senior 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Deep focus capacity down 48% — attention span fragmentation documented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46703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3346703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Reduced cognitive load for repetitive tasks frees capacity for strategic thinking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Skill atrophy: 41% lower performance when AI tools unavailable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67911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3867911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2277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Error reduction in rule-based tasks by 60-80% with AI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2277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Innovation pipeline risk: AI generates incremental solutions, not breakthrough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Strategic Recommendations for GMG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INDIVIDUALLY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47548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Implement "Cognitive Hygiene"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48255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Mandate AI-free problem-solving periods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85031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36192"/>
            <a:ext cx="475488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AI Usage Monitoring &amp;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048255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Deploy analytics to track AI dependency ratios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85031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47548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Education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581144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Launch "AI Literacy + Cognitive Resilience" training covering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17920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MEASUREMENT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69080"/>
            <a:ext cx="4754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Develop Cognitive Agility Assessments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581144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Quarterly testing of analytical reasoning,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6217920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Neuroscience of Responsible AI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709" y="1298448"/>
            <a:ext cx="5242428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6709" y="1298448"/>
            <a:ext cx="524242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9" y="1417320"/>
            <a:ext cx="52424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09" y="251460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Optimal balance: 60-70% AI assistance for execution, 100% hu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22556" y="1298448"/>
            <a:ext cx="5242428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22556" y="1298448"/>
            <a:ext cx="524242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556" y="1417320"/>
            <a:ext cx="52424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56" y="251460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Organizations with structured AI governance show 3x better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"Cognitive sparring" practice: Deliberately solve problems without AI first, then  •  Learning phases: AI should be withheld during initial learning to allow schema 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SOURCES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Sources &amp; Research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MIT Media Lab (2025): "Cognitive Impact of Sustained AI Delegation" — 6-month longitudinal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4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Stanford Learning Lab (2024): "AI Tools and Academic Skill Retention"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03704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UCL Navigation Study (2024): "GPS/AI Navigation and Hippocampal Volume"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6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426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McKinsey Global Institute (2025): "Future of Work: AI Adoption and Skill Transformation"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8152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815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Yale Mind Studies (2024): "Digital Detox and Cognitive Recovery"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Journal of Neuroscience (2024): "Neuroplasticity Under Reduced Cognitive Demand Conditions"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59352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93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World Economic Forum (2025): "AI Skills Gap and Cognitive Workforce Readiness"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98264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982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OpenAI Usage Report (2025): "Global Agentic AI Adoption Statistics"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4572000" cy="4572000"/>
          </a:xfrm>
          <a:prstGeom prst="ellipse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©2026 GMG |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gmg.com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