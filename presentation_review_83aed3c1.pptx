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64008"/>
            <a:ext cx="2681935" cy="6793992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64008"/>
            <a:ext cx="54864" cy="6793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9509760" cy="64008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5097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56032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1752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0F1A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0175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RESEARCH &amp;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822960"/>
            <a:ext cx="8778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FFFFFF"/>
                </a:solidFill>
                <a:latin typeface="Calibri"/>
              </a:rPr>
              <a:t>Impact</a:t>
            </a:r>
          </a:p>
          <a:p>
            <a:r>
              <a:rPr b="1" sz="5400">
                <a:solidFill>
                  <a:srgbClr val="F59E0B"/>
                </a:solidFill>
                <a:latin typeface="Calibri"/>
              </a:rPr>
              <a:t>of Excessive Use of Agentic AI on Human Brain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54880"/>
            <a:ext cx="3474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Research-Informed Analysis with Strategic Recommendations for GMG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March 05,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2026 — GMG Intelligence Series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12680" y="310896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1320" y="3566160"/>
            <a:ext cx="164592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0" y="4114800"/>
            <a:ext cx="128016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5389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Executive Summary: The Agentic AI Brain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9280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938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Understanding the Technology: Three Core Traits of Agentic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6829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048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4378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Agentic AI Global Market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1927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5584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3133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MIT Media Lab Study 2025 — Key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7024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0682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Hidden Cost: Cognitive Debt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4573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82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Evidence: Critical Thinking in Decline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21223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7799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Most Vulnerable: Developing Brains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96711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33287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4155"/>
                </a:solidFill>
                <a:latin typeface="Calibri"/>
              </a:defRPr>
            </a:pPr>
            <a:r>
              <a:t>The Trade-Off: Efficiency vs 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Executive Summary: The Agentic AI Brain Crisis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324612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32461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2821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efficiency gains lies a silent cognitive revolutio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efficiency gains lies a silent cognitive revolution. MIT Media Lab (2025) found that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26187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1261872"/>
            <a:ext cx="2331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37160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700M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17444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Agentic AI is transforming productivity at unprece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289255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86200" y="2892552"/>
            <a:ext cx="2331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00228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80512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77% workforce adoption, $15.7B market in 2025 grow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452323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86200" y="4523232"/>
            <a:ext cx="2331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463296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43580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heavy AI users show 34% decline in analytical reas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261872"/>
            <a:ext cx="521208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1261872"/>
            <a:ext cx="52120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307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73736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177393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Agentic AI is transforming productivity at unprecedented scale — 700M+ active users,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33172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236829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77% workforce adoption, $15.7B market in 2025 growing 50% annually. But beneath the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926079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296265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heavy AI users show 34% decline in analytical reasoning, 25% reduction in independent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HIGHEST RISK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Understanding the Technology: Three Core Traits of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1430000" cy="749808"/>
          </a:xfrm>
          <a:prstGeom prst="rect">
            <a:avLst/>
          </a:prstGeom>
          <a:solidFill>
            <a:srgbClr val="0D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64008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Autonomous: Makes decisions and executes tasks without step-by-step human instruction — browses, codes, schedules, decides on behalf of users with minimal supervision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57984"/>
            <a:ext cx="3703320" cy="320040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57984"/>
            <a:ext cx="3703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26771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Autonomous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3464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Makes decisions and executes tasks without step-by-step human instruction — browses, codes, schedules, decides on behalf of users with minimal supervision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2" y="2157984"/>
            <a:ext cx="3703320" cy="320040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2157984"/>
            <a:ext cx="3703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26771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Persistent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83464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Manages long-horizon goals over days or weeks, running continuously in the background and maintaining context across sessions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2157984"/>
            <a:ext cx="3703320" cy="320040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157984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26771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Delegated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834640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Acts as a proxy for human judgment — writing, researching, coding, communicating autonomously with increasing independence from human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73152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Prefrontal Cortex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1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Reduced activation during AI-assisted decision tasks; fMRI studies sho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57984"/>
            <a:ext cx="73152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76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Hippocampus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23744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Episodic and spatial memory consolidation declines 22% with heavy AI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7977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2024) — equivalent to 10 years of accelerated 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10128"/>
            <a:ext cx="73152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284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Default Mode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75888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Suppressed during extended AI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3192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reducing the mind-wandering critical for creativity and long-term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62272"/>
            <a:ext cx="73152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480559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Anterior Cingulate Cortex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2803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Cognitive effort monitoring reduced when AI handles task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084064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weakening self-regulation of attention and effort allocation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14416"/>
            <a:ext cx="73152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632703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Mirror Neuron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98017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Social cognition and empathy pathways show 18% reduced activation in 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1261872"/>
            <a:ext cx="27432" cy="4937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THE SCALE OF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Agentic AI Global Market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396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396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2396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700M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96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700M+ monthly active users across major agentic AI platforms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319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319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319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19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77% of knowledge workers use AI tools weekly — highest adopt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243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8243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243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243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4x productivity gains reported in AI-assisted complex task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6167" y="123444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6167" y="123444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6167" y="134416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167" y="231343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30% of workers aged 18-25 began careers with AI as primary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396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2396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2396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$15.7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396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$15.7 billion global agentic AI market in 2025, projected $7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319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319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319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319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50% year-over-year market growth outpacing all prior technol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8243" y="3657600"/>
            <a:ext cx="2743131" cy="21945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48243" y="3657600"/>
            <a:ext cx="2743131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243" y="3767328"/>
            <a:ext cx="27431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4.2x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8243" y="4736592"/>
            <a:ext cx="27431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4.2x ROI reported by enterprises implementing full agentic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Agentic AI Reshapes the 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73152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Prefrontal Cortex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1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Reduced activation during AI-assisted decision tasks; fMRI studies sho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579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76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Hippocampus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23744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Episodic and spatial memory consolidation declines 22% with heavy AI 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54096"/>
            <a:ext cx="73152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72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Default Mode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1985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Suppressed during extended AI 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75887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reducing mind-wandering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73152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24527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Anterior Cingulate Cortex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57200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Cognitive effort monitoring reduced when AI handles task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28032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58383"/>
            <a:ext cx="73152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37667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Mirror Neuron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724144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▸  Social cognition and empathy pathways show reduced activation 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261872"/>
            <a:ext cx="27432" cy="4937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LANDMARK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MIT Media Lab Study 2025 —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5029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500 participants, 6-month longitudinal, randomized into high-AI, moderate-AI,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4206240" cy="3749039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STUDY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500 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6-month longitudinal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randomized into high-AI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03904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  moderate-AI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79392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920240"/>
            <a:ext cx="2651760" cy="3657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Task Independence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59152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9184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Task independence: High-AI users required AI assistance for 67% of tasks they previously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920240"/>
            <a:ext cx="2651760" cy="3657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Learning Transfer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359152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41%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29184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Learning transfer: High-AI group showed 41% lower retention of learned skills when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1920240"/>
            <a:ext cx="2651760" cy="36576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Creativity Metrics (Divergent Thinking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359152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291840"/>
            <a:ext cx="2468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Creativity metrics (divergent thinking tests): High-AI group 31% lower than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60720"/>
            <a:ext cx="11430000" cy="804672"/>
          </a:xfrm>
          <a:prstGeom prst="rect">
            <a:avLst/>
          </a:prstGeom>
          <a:solidFill>
            <a:srgbClr val="14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8064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870448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 are not just outsourcing tasks — we are outsourcing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COGNITIVE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Hidden Cost: Cognitive Debt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11430000" cy="1645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353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19072"/>
            <a:ext cx="10058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BUILD: Accepting AI recommendations without analysis weakens prefrontal decision circuits;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5486400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31272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AVOID: Delegating research and information synthesis erodes pattern recognition;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35808"/>
            <a:ext cx="5486400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31272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REPLACE: Using AI for complex analysis prevents development of systems thinking;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CRITICAL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Evidence: Critical Thinking in Decline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324612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32461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EVIDENCE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2821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Gerlich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1,400 university students — statistically significant negative correlation between AI use frequency and critical thinking scores; effect mediated by cognitive 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Microsoft Research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1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Knowledge workers across 18 countries — higher AI reliance correlated with reduced independent judgment and analytical reasoning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2277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Stanford Learning Lab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33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Students using AI for academic work show 35% lower conceptual understanding and retention vs. deep engagement group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26187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126187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137160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17444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Analytical reasoning decline in heavy AI users (MI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89255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86200" y="289255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300228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-41%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80512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Independent decision-making capacity reduction aft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523232"/>
            <a:ext cx="2331720" cy="1520951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4523232"/>
            <a:ext cx="2331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4632960"/>
            <a:ext cx="2331720" cy="836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-28%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435803"/>
            <a:ext cx="2148839" cy="577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Deep focus and sustained concentration decrease 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261872"/>
            <a:ext cx="5212080" cy="4892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261872"/>
            <a:ext cx="52120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1307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73736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177393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-34%: Analytical reasoning decline in heavy AI users (MIT Media Lab, 2025)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331720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236829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-41%: Independent decision-making capacity reduction after 6 months AI dependency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926079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2962656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-28%: Deep focus and sustained concentration decrease in high-AI-use cohorts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520439"/>
            <a:ext cx="4572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6832" y="3557015"/>
            <a:ext cx="4892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Domains most affected: Healthcare, Finance, Legal practice, Education, 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Most Vulnerable: Developing Brains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5029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ECACA"/>
                </a:solidFill>
                <a:latin typeface="Calibri"/>
              </a:defRPr>
            </a:pPr>
            <a:r>
              <a:t>Ages 0-7: Critical period for foundational cognitive architecture; AI exposure during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11430000" cy="109728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1920240" cy="109728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48256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0-7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03120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Critical period for foundational cognitive architecture; AI exposure during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90672"/>
            <a:ext cx="11430000" cy="1097280"/>
          </a:xfrm>
          <a:prstGeom prst="rect">
            <a:avLst/>
          </a:prstGeom>
          <a:solidFill>
            <a:srgbClr val="1F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090672"/>
            <a:ext cx="1920240" cy="1097280"/>
          </a:xfrm>
          <a:prstGeom prst="rect">
            <a:avLst/>
          </a:prstGeom>
          <a:solidFill>
            <a:srgbClr val="44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200400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8-14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55264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Executive function development peak; over-reliance on AI task assistance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42816"/>
            <a:ext cx="11430000" cy="109728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42816"/>
            <a:ext cx="1920240" cy="109728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352544"/>
            <a:ext cx="1828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Ages 15-25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07407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Neuroplasticity highest — also highest risk period; 62% of this age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6811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University students using AI for academic work show 35% lower concept retention vs.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RISK / BENEFIT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Trade-Off: Efficiency vs 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5778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61872"/>
            <a:ext cx="5577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07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Future Vision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783080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3794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Productivity increases up to 40% in routine knowledge work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3794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Critical thinking decline 34% in heavy users (MIT, 2025)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04288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2304288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59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Access to vast information synthesis in seconds vs. hours of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591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Independent decision-making confidence reduced 25% after 6 months dependency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25496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2825496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Democratization of expertise — junior workers with AI match senior 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80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Deep focus capacity down 48% — attention span fragmentation documented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46703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81928" y="3346703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Reduced cognitive load for repetitive tasks frees capacity for strategic thinking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Skill atrophy: 41% lower performance when AI tools unavailable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67911"/>
            <a:ext cx="115214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3867911"/>
            <a:ext cx="27432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2277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Error reduction in rule-based tasks by 60-80% with AI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2277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Innovation pipeline risk: AI generates incremental solutions, not breakthrough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Strategic Recommendations for GMG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INDIVIDUALLY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47548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Implement "Cognitive Hygiene"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48255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Mandate AI-free problem-solving periods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85031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536192"/>
            <a:ext cx="475488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727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56362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AI Usage Monitoring &amp;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048255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Deploy analytics to track AI dependency ratios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85031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47548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Education Program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581144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Launch "AI Literacy + Cognitive Resilience" training covering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17920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MEASUREMENT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069080"/>
            <a:ext cx="47548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10565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4096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Develop Cognitive Agility Assessments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581144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Quarterly testing of analytical reasoning,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6217920"/>
            <a:ext cx="55778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A3B8"/>
                </a:solidFill>
                <a:latin typeface="Calibri"/>
              </a:defRPr>
            </a:pPr>
            <a:r>
              <a:t>NEUROSCIENCE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Neuroscience of Responsible AI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709" y="1298448"/>
            <a:ext cx="5242428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6709" y="1298448"/>
            <a:ext cx="524242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9" y="1417320"/>
            <a:ext cx="52424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709" y="251460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Optimal balance: 60-70% AI assistance for execution, 100% hu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22556" y="1298448"/>
            <a:ext cx="5242428" cy="23317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22556" y="1298448"/>
            <a:ext cx="524242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556" y="1417320"/>
            <a:ext cx="524242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56" y="2514600"/>
            <a:ext cx="52424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Organizations with structured AI governance show 3x better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"Cognitive sparring" practice: Deliberately solve problems without AI first, then  •  Learning phases: AI should be withheld during initial learning to allow schema 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128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Calibri"/>
              </a:defRPr>
            </a:pPr>
            <a:r>
              <a:t>SOURCES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Sources &amp; Research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MIT Media Lab (2025): "Cognitive Impact of Sustained AI Delegation" — 6-month longitudinal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64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Stanford Learning Lab (2024): "AI Tools and Academic Skill Retention"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03704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UCL Navigation Study (2024): "GPS/AI Navigation and Hippocampal Volume"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42616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426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McKinsey Global Institute (2025): "Future of Work: AI Adoption and Skill Transformation"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81528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815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Yale Mind Studies (2024): "Digital Detox and Cognitive Recovery"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Journal of Neuroscience (2024): "Neuroplasticity Under Reduced Cognitive Demand Conditions"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59352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593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World Economic Forum (2025): "AI Skills Gap and Cognitive Workforce Readiness"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98264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982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OpenAI Usage Report (2025): "Global Agentic AI Adoption Statistics"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4572000" cy="4572000"/>
          </a:xfrm>
          <a:prstGeom prst="ellipse">
            <a:avLst/>
          </a:prstGeom>
          <a:solidFill>
            <a:srgbClr val="13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32004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©2026 GMG | All rights reserved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gmg.com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